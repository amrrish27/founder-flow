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19" r:id="rId2"/>
    <p:sldId id="506" r:id="rId3"/>
    <p:sldId id="515" r:id="rId4"/>
    <p:sldId id="516" r:id="rId5"/>
    <p:sldId id="535" r:id="rId6"/>
    <p:sldId id="51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5EB6FF-ADAA-45C6-A825-247BBAE19742}" type="datetimeFigureOut">
              <a:rPr lang="en-IN" smtClean="0"/>
              <a:t>22-06-2026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A77BC4-17D5-4B3B-8254-CC862B6A5E2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09984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602E-F900-9031-6AC8-73F10556E0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4C2B61-6876-88B3-A5F9-7B829DA423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60275-ABCD-B29C-8C0A-6E4F2FD3E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D6B63D-21BB-41F1-8704-F00B279A604F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FF3498-F4F9-DB41-CD36-6A221BCB6F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CE914-FBBD-92B9-9CA2-3F40FD1D7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6633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98DF1-C5BE-6796-70DE-A3F503A71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4492F-7D80-29C9-2308-5A8569C2D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13FDF3-E10C-A3F0-B98D-453E8083D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2C3DF-4412-4BC1-97AA-52BD2478F3D8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66F82-2042-C918-C81F-2F9B4F18B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9D627-19C3-DC54-7CD9-FA550083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5786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71E6-8C35-83BC-2B33-0655540C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F6C37-AB34-25BE-12C1-AA65FCA8F7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F8FFD-45F0-DD57-FE3C-9E076ACE2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B0F3-C9C0-4A4B-BFE0-8D34FD3671A2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A5514-393C-EFCE-01F9-B2CE001A8B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5ACB48-3533-1C36-3514-71B63718C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2056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CD219-FA69-9CBF-FBDE-B710CFB8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158CF-DE11-9B79-12E3-5342CE5B61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E2B980-E864-34A6-6906-C86638E18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A7FA1C-7B6A-BA75-B37B-195B0F573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60E38-5027-4245-AB81-62224A81B149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97CB70-8B73-BAB9-8426-FDEFD7163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51A4B-870D-163F-53D2-0AADE3398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2398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BA5A0-BB01-6BB8-C159-471001A90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76893-4A4F-426A-A5F6-626610F37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95C00F-0E53-D71D-782E-D740B83A1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3FF82-8820-CCBF-411E-57C2C0FB43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AF392E-9590-423C-3F62-1B99F8ED7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51395E-14B8-3C49-B85F-5EE4C7A43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4C9D1-EBBF-4D71-A340-96F5483533B1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5F0EAD-79ED-31EE-A7B8-00CA48D0D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BBB80-F93E-5FA1-B554-B865EFB6E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34442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D0E9A-C769-7BAB-77EC-E3DD0C871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9FE8A4-529A-DDB2-CFFE-2621FA723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E9C10-C4D2-44AB-BD9A-4FE70416828F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97F48B-5C43-9F3A-55CC-A47A74EE7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BDCAC-FA44-2D60-C7FB-00EA9C2A9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546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7AFBC8-4429-3CF2-D7FD-013C843A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0ECC89-FCC1-4C9C-840E-2D878B1DA95C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6F2463-4C84-38B5-C473-94DEDD337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4EB43-8F87-9269-D6F6-0FBA0325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376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21E04-8BD9-6B68-FC0F-A711F6A8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7F50A1-7EB1-0089-AFE0-A0B4139BA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D8750-631F-0F8E-8365-7236BB4F64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EE415-B1A5-EF49-8E72-3A526EF2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5C1F9-E7E3-4298-9885-A53E9B3AFEA2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4330E7-EC53-C9ED-DBB8-5B347D7F2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DCD15B-3E89-C907-AE04-8C7A74F28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47313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BBE34-C477-BD1D-5C4A-423A42EC4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F98EAA-EB77-18BB-153B-3C2C17FD4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9DA39-FACA-F80B-5621-B93583F1D0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DF808F-D30B-9980-A54D-AF59385A3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310E7-4E48-4245-A96B-28C2339B7D84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7B967-36B2-D49E-ACAA-62ED9017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F779D1-E21D-CDFE-D44E-F0AE9A47E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50413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8ADA2-FAF6-FC43-216D-329339BBA6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F6FCD0-243C-6296-B116-1BE620DC3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54B15-B895-3960-42A1-243C13660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97D2F-A67D-4A2E-AFF9-4304FEA6B770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F702E8-C53E-4EA8-5371-E99E20C0B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71A6DE-5D9F-FF19-9DCE-40347D324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322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0E82D7-F785-4947-1FAC-D31467C679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5C0C9-4A27-BB0A-99C0-CD5C624AA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A07FE6-F9D6-5313-31D3-3B456B3EC4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4151E-22CF-4441-ABE5-BF7CD2EBF5B2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C271F-B837-12E3-63A5-2BF92AF5D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A47357-8C1B-DAF7-EA68-D7B300470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064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500EC-1157-3044-AF8C-8BB8052A0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1158B8-89EE-6370-40DB-B55329201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0FA01-4EFB-2556-186F-6EDC8B37E2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50027E-2B3F-44D3-B17E-607BDE2FD92D}" type="datetime1">
              <a:rPr lang="en-IN" smtClean="0"/>
              <a:t>22-06-2026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3A508-2D6B-F27D-0E75-55977FA03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MACHINE LEARNING PROJECT -ZEROTH REVIEW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89B5CE-202A-2084-F4FC-495F1B77B5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EE2AE5-9218-4A07-842F-E84162EAAD5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418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8950" y="261666"/>
            <a:ext cx="10515600" cy="238760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CS5305-MACHINE LEARNING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256616-EC18-446E-8024-74A97B97CE56}" type="datetime1">
              <a:rPr lang="en-IN" sz="1800" b="1" smtClean="0">
                <a:solidFill>
                  <a:schemeClr val="tx1"/>
                </a:solidFill>
              </a:rPr>
              <a:t>22-06-2026</a:t>
            </a:fld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17F7-1E74-4EFC-97D3-AF67DA5DD88F}" type="slidenum">
              <a:rPr lang="en-IN" sz="1800" smtClean="0">
                <a:solidFill>
                  <a:schemeClr val="tx1"/>
                </a:solidFill>
              </a:rPr>
              <a:t>1</a:t>
            </a:fld>
            <a:endParaRPr lang="en-IN" sz="1800" dirty="0">
              <a:solidFill>
                <a:schemeClr val="tx1"/>
              </a:solidFill>
            </a:endParaRP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E695C9B8-2B8D-722A-D1E4-DB26ABC227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663" y="3486807"/>
            <a:ext cx="4562669" cy="2387599"/>
          </a:xfrm>
          <a:solidFill>
            <a:schemeClr val="bg1"/>
          </a:solidFill>
        </p:spPr>
        <p:txBody>
          <a:bodyPr rtlCol="0">
            <a:normAutofit/>
          </a:bodyPr>
          <a:lstStyle/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by:</a:t>
            </a:r>
          </a:p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 BALARAGAVAN</a:t>
            </a:r>
          </a:p>
          <a:p>
            <a:pPr algn="just" eaLnBrk="1" fontAlgn="auto" hangingPunct="1">
              <a:spcBef>
                <a:spcPts val="575"/>
              </a:spcBef>
              <a:spcAft>
                <a:spcPts val="0"/>
              </a:spcAft>
              <a:buClr>
                <a:srgbClr val="D34817"/>
              </a:buClr>
              <a:buSzPct val="85000"/>
              <a:defRPr/>
            </a:pPr>
            <a:r>
              <a:rPr 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AMRRISH ROSHAN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 eaLnBrk="1" fontAlgn="auto" hangingPunct="1">
              <a:spcBef>
                <a:spcPct val="20000"/>
              </a:spcBef>
              <a:spcAft>
                <a:spcPts val="0"/>
              </a:spcAft>
              <a:defRPr/>
            </a:pP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BF3B739-5C6F-619D-5300-28776DA07F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54669" y="3403464"/>
            <a:ext cx="4437062" cy="4001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lnSpc>
                <a:spcPct val="100000"/>
              </a:lnSpc>
              <a:spcBef>
                <a:spcPct val="20000"/>
              </a:spcBef>
              <a:buFontTx/>
              <a:buNone/>
            </a:pPr>
            <a:r>
              <a:rPr lang="en-US" altLang="en-US" sz="2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1255A9F-3860-6C23-C556-52F7CD997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42640" y="6376863"/>
            <a:ext cx="5166360" cy="438942"/>
          </a:xfrm>
        </p:spPr>
        <p:txBody>
          <a:bodyPr/>
          <a:lstStyle/>
          <a:p>
            <a:r>
              <a:rPr lang="en-US" sz="1800" b="1" dirty="0">
                <a:solidFill>
                  <a:schemeClr val="tx1"/>
                </a:solidFill>
              </a:rPr>
              <a:t>MACHINE LEARNING PROJECT -ZEROTH REVIEW</a:t>
            </a:r>
            <a:endParaRPr lang="en-IN" sz="1800" b="1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54B01F8-75A2-E674-8FB3-91C160A648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887" y="0"/>
            <a:ext cx="8163969" cy="205814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A8A47D1-B6FE-DF05-8C4F-BF8ADA8CECA2}"/>
              </a:ext>
            </a:extLst>
          </p:cNvPr>
          <p:cNvSpPr txBox="1"/>
          <p:nvPr/>
        </p:nvSpPr>
        <p:spPr>
          <a:xfrm>
            <a:off x="2989007" y="2921520"/>
            <a:ext cx="55199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 OF THE PROJECT:</a:t>
            </a:r>
            <a:r>
              <a:rPr lang="en-IN" b="1" dirty="0">
                <a:solidFill>
                  <a:srgbClr val="FFFFFF"/>
                </a:solidFill>
                <a:latin typeface="-apple-system-body"/>
              </a:rPr>
              <a:t> </a:t>
            </a:r>
            <a:r>
              <a:rPr lang="en-IN" b="1" dirty="0">
                <a:latin typeface="-apple-system-body"/>
              </a:rPr>
              <a:t>FOUNDER FLOW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217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CACB-BD96-E2FF-8A86-211497479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47675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IN" sz="3200" dirty="0"/>
              <a:t>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4B721-FE62-DE79-132F-30A2E97ED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5680"/>
            <a:ext cx="10515600" cy="5181283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571500" indent="-571500">
              <a:buAutoNum type="romanU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571500" indent="-571500">
              <a:buAutoNum type="romanU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</a:p>
          <a:p>
            <a:pPr marL="571500" indent="-571500">
              <a:buAutoNum type="romanU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 </a:t>
            </a:r>
          </a:p>
          <a:p>
            <a:pPr marL="571500" indent="-571500">
              <a:buAutoNum type="romanUcPeriod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and Scope of the work</a:t>
            </a:r>
          </a:p>
          <a:p>
            <a:pPr marL="0" indent="0"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AutoNum type="romanU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AutoNum type="romanU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AutoNum type="romanU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AutoNum type="romanU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AutoNum type="romanU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8EAAE-205D-9A64-683F-47C0CC980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659E2-1C1A-405D-A9FC-585B91E519FB}" type="datetime1">
              <a:rPr lang="en-IN" sz="1800" b="1" smtClean="0">
                <a:solidFill>
                  <a:schemeClr val="tx1"/>
                </a:solidFill>
              </a:rPr>
              <a:t>22-06-2026</a:t>
            </a:fld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EB1663-7D7B-62B7-95A6-56AB2F312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51860" y="6356350"/>
            <a:ext cx="5288280" cy="365125"/>
          </a:xfrm>
        </p:spPr>
        <p:txBody>
          <a:bodyPr/>
          <a:lstStyle/>
          <a:p>
            <a:r>
              <a:rPr lang="en-US" sz="1800" b="1">
                <a:solidFill>
                  <a:schemeClr val="tx1"/>
                </a:solidFill>
              </a:rPr>
              <a:t>MACHINE LEARNING PROJECT -ZEROTH REVIEW</a:t>
            </a:r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59530-5537-8047-8348-4ACE93D10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17F7-1E74-4EFC-97D3-AF67DA5DD88F}" type="slidenum">
              <a:rPr lang="en-IN" sz="1800" b="1" smtClean="0">
                <a:solidFill>
                  <a:schemeClr val="tx1"/>
                </a:solidFill>
              </a:rPr>
              <a:t>2</a:t>
            </a:fld>
            <a:endParaRPr lang="en-IN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04749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4B91C-D855-718A-62B5-60ED070EE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91" y="136525"/>
            <a:ext cx="11468877" cy="725842"/>
          </a:xfrm>
          <a:solidFill>
            <a:schemeClr val="bg1"/>
          </a:solidFill>
        </p:spPr>
        <p:txBody>
          <a:bodyPr>
            <a:noAutofit/>
          </a:bodyPr>
          <a:lstStyle/>
          <a:p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                     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I.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(1/1)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07531C-BA4A-41CB-F6F2-A61DF2D76D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991" y="957877"/>
            <a:ext cx="11468877" cy="5302963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Entrepreneurship is increasing among students and new founders, but many startup ideas fail due to poor planning and lack of market analysis.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Entrepreneurs often invest time and money without checking if their idea is practical.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FounderFlow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AI-based platform that supports startup planning.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users evaluate business feasibility and identify possible risks.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market opportunities and provides useful recommendations.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AI and data analysis, it supports better decision-making before starting a business.</a:t>
            </a:r>
          </a:p>
          <a:p>
            <a:pPr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DAA19-E5D5-A0F8-8AF2-9D8477C9B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1C4200-D572-4E5F-99E8-953F7E1D0DF6}" type="datetime1">
              <a:rPr lang="en-IN" sz="1800" b="1" smtClean="0">
                <a:solidFill>
                  <a:schemeClr val="tx1"/>
                </a:solidFill>
              </a:rPr>
              <a:t>22-06-2026</a:t>
            </a:fld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F12A6F-851E-36FF-7334-7ECCC8726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17F7-1E74-4EFC-97D3-AF67DA5DD88F}" type="slidenum">
              <a:rPr lang="en-IN" sz="1800" b="1" smtClean="0">
                <a:solidFill>
                  <a:schemeClr val="tx1"/>
                </a:solidFill>
              </a:rPr>
              <a:t>3</a:t>
            </a:fld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3D2E9E-45EE-C5E8-B6DA-DE1E3FB49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2000" y="6356350"/>
            <a:ext cx="5557520" cy="365125"/>
          </a:xfrm>
        </p:spPr>
        <p:txBody>
          <a:bodyPr/>
          <a:lstStyle/>
          <a:p>
            <a:r>
              <a:rPr lang="en-US" sz="1800" b="1">
                <a:solidFill>
                  <a:schemeClr val="tx1"/>
                </a:solidFill>
              </a:rPr>
              <a:t>MACHINE LEARNING PROJECT -ZEROTH REVIEW</a:t>
            </a:r>
            <a:endParaRPr lang="en-IN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5693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E176-68F0-B050-B666-F75BABC59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EB0AEE-9D04-0E18-7CB7-45FD743DB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91" y="136525"/>
            <a:ext cx="11468877" cy="725842"/>
          </a:xfrm>
          <a:solidFill>
            <a:schemeClr val="bg1"/>
          </a:solidFill>
        </p:spPr>
        <p:txBody>
          <a:bodyPr>
            <a:noAutofit/>
          </a:bodyPr>
          <a:lstStyle/>
          <a:p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                     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II.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(1/1)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C1DD8-57DF-915D-4073-23655640B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991" y="957877"/>
            <a:ext cx="11468877" cy="5302963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students and entrepreneurs find it difficult to know whether their business idea will succeed before spending time and money. There is a need for an AI-based system that evaluates ideas, predicts risks, and provides business suggestions.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329F0-6B40-55EC-9D00-2D76FB1B4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A9D8E-F461-4B78-ABF3-A28CDB39E3EC}" type="datetime1">
              <a:rPr lang="en-IN" sz="1800" b="1" smtClean="0">
                <a:solidFill>
                  <a:schemeClr val="tx1"/>
                </a:solidFill>
              </a:rPr>
              <a:t>22-06-2026</a:t>
            </a:fld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9C8C8E-A250-6F8E-CE71-E17F9AB37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17F7-1E74-4EFC-97D3-AF67DA5DD88F}" type="slidenum">
              <a:rPr lang="en-IN" sz="1800" b="1" smtClean="0">
                <a:solidFill>
                  <a:schemeClr val="tx1"/>
                </a:solidFill>
              </a:rPr>
              <a:t>4</a:t>
            </a:fld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B168E-18E9-3C04-1D66-94387639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2000" y="6356350"/>
            <a:ext cx="5557520" cy="365125"/>
          </a:xfrm>
        </p:spPr>
        <p:txBody>
          <a:bodyPr/>
          <a:lstStyle/>
          <a:p>
            <a:r>
              <a:rPr lang="en-US" sz="1800" b="1">
                <a:solidFill>
                  <a:schemeClr val="tx1"/>
                </a:solidFill>
              </a:rPr>
              <a:t>MACHINE LEARNING PROJECT -ZEROTH REVIEW</a:t>
            </a:r>
            <a:endParaRPr lang="en-IN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2182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46695-E4B4-2B4E-02BA-BBB1BCAAB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A329E-1C71-C0CB-D83B-1D05AC72B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91" y="136525"/>
            <a:ext cx="11468877" cy="725842"/>
          </a:xfrm>
          <a:solidFill>
            <a:schemeClr val="bg1"/>
          </a:solidFill>
        </p:spPr>
        <p:txBody>
          <a:bodyPr>
            <a:noAutofit/>
          </a:bodyPr>
          <a:lstStyle/>
          <a:p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                     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III.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 Description (1/1)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48AD5-540D-AF0E-55F3-AA8FCA1175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991" y="957877"/>
            <a:ext cx="11468877" cy="5302963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FounderFlow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AI-based web platform that assists entrepreneurs in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analyzing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startup ideas and generating business insights.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provides inputs such as: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idea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Domain/category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budget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audience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skills/resources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location preference</a:t>
            </a:r>
          </a:p>
          <a:p>
            <a:pPr>
              <a:lnSpc>
                <a:spcPct val="12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581DD0-671D-B094-37D4-5967FBB0E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787B6-3756-416F-A801-61714B046626}" type="datetime1">
              <a:rPr lang="en-IN" sz="1800" b="1" smtClean="0">
                <a:solidFill>
                  <a:schemeClr val="tx1"/>
                </a:solidFill>
              </a:rPr>
              <a:t>22-06-2026</a:t>
            </a:fld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940FEA-EAC7-C33B-C8EF-E5D223495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17F7-1E74-4EFC-97D3-AF67DA5DD88F}" type="slidenum">
              <a:rPr lang="en-IN" sz="1800" b="1" smtClean="0">
                <a:solidFill>
                  <a:schemeClr val="tx1"/>
                </a:solidFill>
              </a:rPr>
              <a:t>5</a:t>
            </a:fld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1C965-A441-6601-76C5-07C4BB33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2000" y="6356350"/>
            <a:ext cx="5557520" cy="365125"/>
          </a:xfrm>
        </p:spPr>
        <p:txBody>
          <a:bodyPr/>
          <a:lstStyle/>
          <a:p>
            <a:r>
              <a:rPr lang="en-US" sz="1800" b="1">
                <a:solidFill>
                  <a:schemeClr val="tx1"/>
                </a:solidFill>
              </a:rPr>
              <a:t>MACHINE LEARNING PROJECT -ZEROTH REVIEW</a:t>
            </a:r>
            <a:endParaRPr lang="en-IN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5431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EDC4A-A19D-69B2-A998-8B4F1525C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AB381-50DC-8731-65F0-21436329E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8991" y="136525"/>
            <a:ext cx="11468877" cy="725842"/>
          </a:xfrm>
          <a:solidFill>
            <a:schemeClr val="bg1"/>
          </a:solidFill>
        </p:spPr>
        <p:txBody>
          <a:bodyPr>
            <a:noAutofit/>
          </a:bodyPr>
          <a:lstStyle/>
          <a:p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r>
              <a:rPr lang="en-IN" sz="3200" b="1" dirty="0">
                <a:latin typeface="Times New Roman" pitchFamily="18" charset="0"/>
                <a:cs typeface="Times New Roman" pitchFamily="18" charset="0"/>
              </a:rPr>
              <a:t>                      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IV.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&amp; Scope of the Proposed Work (1/1)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b="1" dirty="0">
                <a:latin typeface="TimesNewRomanPSMT"/>
              </a:rPr>
            </a:br>
            <a:br>
              <a:rPr lang="en-IN" sz="3200" b="1" dirty="0">
                <a:latin typeface="TimesNewRomanPSMT"/>
              </a:rPr>
            </a:br>
            <a:endParaRPr lang="en-I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4DEFC0-8D70-EE39-E84E-52E00D696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8991" y="957877"/>
            <a:ext cx="11468877" cy="5302963"/>
          </a:xfrm>
          <a:solidFill>
            <a:schemeClr val="bg1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intelligent startup planning and risk analysis platform that helps entrepreneurs validate business ideas, predict challenges, and make informed decisions before launching a startup.</a:t>
            </a:r>
          </a:p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Work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web-based entrepreneurial support system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machine learning models for startup risk analysis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idea evaluation and recommendation modules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business planning insights through data analysis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N" sz="2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A6BAFD-A7E1-6EED-DD64-2E60EB00C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A2805-F268-4206-8F1D-4DB6E30BF33F}" type="datetime1">
              <a:rPr lang="en-IN" sz="1800" b="1" smtClean="0">
                <a:solidFill>
                  <a:schemeClr val="tx1"/>
                </a:solidFill>
              </a:rPr>
              <a:t>22-06-2026</a:t>
            </a:fld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77B180-5CF0-6F59-1F8F-C0C394660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417F7-1E74-4EFC-97D3-AF67DA5DD88F}" type="slidenum">
              <a:rPr lang="en-IN" sz="1800" b="1" smtClean="0">
                <a:solidFill>
                  <a:schemeClr val="tx1"/>
                </a:solidFill>
              </a:rPr>
              <a:t>6</a:t>
            </a:fld>
            <a:endParaRPr lang="en-IN" sz="1800" b="1" dirty="0">
              <a:solidFill>
                <a:schemeClr val="tx1"/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9FFB7B-BEAD-88AD-F8AE-4C945B93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2000" y="6356350"/>
            <a:ext cx="5557520" cy="365125"/>
          </a:xfrm>
        </p:spPr>
        <p:txBody>
          <a:bodyPr/>
          <a:lstStyle/>
          <a:p>
            <a:r>
              <a:rPr lang="en-US" sz="1800" b="1">
                <a:solidFill>
                  <a:schemeClr val="tx1"/>
                </a:solidFill>
              </a:rPr>
              <a:t>MACHINE LEARNING PROJECT -ZEROTH REVIEW</a:t>
            </a:r>
            <a:endParaRPr lang="en-IN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30047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490</Words>
  <Application>Microsoft Office PowerPoint</Application>
  <PresentationFormat>Widescreen</PresentationFormat>
  <Paragraphs>54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-apple-system-body</vt:lpstr>
      <vt:lpstr>Arial</vt:lpstr>
      <vt:lpstr>Calibri</vt:lpstr>
      <vt:lpstr>Calibri Light</vt:lpstr>
      <vt:lpstr>Times New Roman</vt:lpstr>
      <vt:lpstr>TimesNewRomanPSMT</vt:lpstr>
      <vt:lpstr>Office Theme</vt:lpstr>
      <vt:lpstr>CS5305-MACHINE LEARNING</vt:lpstr>
      <vt:lpstr> CONTENTS</vt:lpstr>
      <vt:lpstr>                                                                                I.Introduction (1/1)                                                                                      </vt:lpstr>
      <vt:lpstr>                                                                II.Problem Statement (1/1)                                                                                      </vt:lpstr>
      <vt:lpstr>                                                                III.Project  Description (1/1)                                                                                      </vt:lpstr>
      <vt:lpstr>                                                               IV.Aim &amp; Scope of the Proposed Work (1/1)                                                                                   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ayeesha nasreen</dc:creator>
  <cp:lastModifiedBy>Balaragavan AR</cp:lastModifiedBy>
  <cp:revision>9</cp:revision>
  <dcterms:created xsi:type="dcterms:W3CDTF">2025-03-10T15:11:33Z</dcterms:created>
  <dcterms:modified xsi:type="dcterms:W3CDTF">2026-06-22T14:12:58Z</dcterms:modified>
</cp:coreProperties>
</file>